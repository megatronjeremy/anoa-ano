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scRNA-seq of human PBMCs exposed to 40 nm / 200 nm / mixed polystyrene nanoparticles vs control  -  Genomics Informatics, ETF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 small vs large nanoplastics provoke different immune responses?</a:t>
            </a:r>
          </a:p>
          <a:p>
            <a:pPr>
              <a:defRPr sz="1800"/>
            </a:pPr>
            <a:r>
              <a:t>Does the 40+200 nm mixture do something neither size does alone?</a:t>
            </a:r>
          </a:p>
          <a:p>
            <a:pPr>
              <a:defRPr sz="1800"/>
            </a:pPr>
            <a:r>
              <a:t>4 samples, one donor: PSNP_40nm, PSNP_200nm, PSNP_mixture, control</a:t>
            </a:r>
          </a:p>
          <a:p>
            <a:pPr>
              <a:defRPr sz="1800"/>
            </a:pPr>
            <a:r>
              <a:t>~34,000 PBMCs, AnnData/.h5ad (Zenodo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QC &amp; preprocessing  -  thresholds justified on real percentiles</a:t>
            </a:r>
          </a:p>
          <a:p>
            <a:pPr>
              <a:defRPr sz="1800"/>
            </a:pPr>
            <a:r>
              <a:t>2. Integration  -  Harmony batch correction, UMAP, Leiden</a:t>
            </a:r>
          </a:p>
          <a:p>
            <a:pPr>
              <a:defRPr sz="1800"/>
            </a:pPr>
            <a:r>
              <a:t>3. Annotation  -  celltypist, cross-checked vs Azimuth &amp; CoDi (~93%)</a:t>
            </a:r>
          </a:p>
          <a:p>
            <a:pPr>
              <a:defRPr sz="1800"/>
            </a:pPr>
            <a:r>
              <a:t>4. Composition  -  proportions + log2 fold-change vs control</a:t>
            </a:r>
          </a:p>
          <a:p>
            <a:pPr>
              <a:defRPr sz="1800"/>
            </a:pPr>
            <a:r>
              <a:t>5. Differential expression  -  per-lineage Wilcoxon + pathway enrichment</a:t>
            </a:r>
          </a:p>
          <a:p>
            <a:pPr>
              <a:defRPr sz="1800"/>
            </a:pPr>
            <a:r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 &amp; preprocessing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911876"/>
            <a:ext cx="5592927" cy="1491447"/>
          </a:xfrm>
          <a:prstGeom prst="rect">
            <a:avLst/>
          </a:prstGeom>
        </p:spPr>
      </p:pic>
      <p:pic>
        <p:nvPicPr>
          <p:cNvPr id="4" name="Picture 3" descr="01_qc_scatter_counts_mi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471" y="1371600"/>
            <a:ext cx="533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Thresholds: max_genes~p99, max_mito between p95-p99; justified on the real distribution.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3" y="1371600"/>
            <a:ext cx="5334000" cy="457200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471" y="1371600"/>
            <a:ext cx="533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0252"/>
            <a:ext cx="5592927" cy="4194695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454047"/>
            <a:ext cx="5592927" cy="440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7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6_size_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Monocytes show the strongest transcriptional response to nanoplastic.</a:t>
            </a:r>
          </a:p>
          <a:p>
            <a:pPr>
              <a:defRPr sz="1800"/>
            </a:pPr>
            <a:r>
              <a:t>200 nm particles drive MORE lineage-unique genes than 40 nm.</a:t>
            </a:r>
          </a:p>
          <a:p>
            <a:pPr>
              <a:defRPr sz="1800"/>
            </a:pPr>
            <a:r>
              <a:t>The 40+200 nm mixture produces an EMERGENT monocyte response -</a:t>
            </a:r>
          </a:p>
          <a:p>
            <a:pPr>
              <a:defRPr sz="1800"/>
            </a:pPr>
            <a:r>
              <a:t>  genes significant only in the mixture, in neither single size.</a:t>
            </a:r>
          </a:p>
          <a:p>
            <a:pPr>
              <a:defRPr sz="1800"/>
            </a:pPr>
            <a:r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Bonus analyses</a:t>
            </a:r>
          </a:p>
        </p:txBody>
      </p:sp>
      <p:pic>
        <p:nvPicPr>
          <p:cNvPr id="3" name="Picture 2" descr="07_modul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59620"/>
            <a:ext cx="5592927" cy="3195958"/>
          </a:xfrm>
          <a:prstGeom prst="rect">
            <a:avLst/>
          </a:prstGeom>
        </p:spPr>
      </p:pic>
      <p:pic>
        <p:nvPicPr>
          <p:cNvPr id="4" name="Picture 3" descr="07_mixture_add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098307"/>
            <a:ext cx="5592927" cy="11185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Stress/inflammation module scores; mixture additivity (observed vs 40+200 expectation).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One donor, one sample per condition -&gt; NO biological replicates.</a:t>
            </a:r>
          </a:p>
          <a:p>
            <a:pPr>
              <a:defRPr sz="1800"/>
            </a:pPr>
            <a:r>
              <a:t>DE is cell-level Wilcoxon (not pseudobulk); p-values exploratory, pseudoreplication caveat.</a:t>
            </a:r>
          </a:p>
          <a:p>
            <a:pPr>
              <a:defRPr sz="1800"/>
            </a:pPr>
            <a:r>
              <a:t>No external gene-level ground truth; DE validated internally + biologically.</a:t>
            </a:r>
          </a:p>
          <a:p>
            <a:pPr>
              <a:defRPr sz="1800"/>
            </a:pPr>
            <a:r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